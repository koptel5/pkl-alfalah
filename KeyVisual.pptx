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Times New Roman" charset="1" panose="02030502070405020303"/>
      <p:regular r:id="rId10"/>
    </p:embeddedFont>
    <p:embeddedFont>
      <p:font typeface="Times New Roman Bold" charset="1" panose="020308020704050203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https://id.wikipedia.org/wiki/Danantara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2105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978" r="0" b="-94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37187" y="332279"/>
            <a:ext cx="4213228" cy="2752812"/>
          </a:xfrm>
          <a:custGeom>
            <a:avLst/>
            <a:gdLst/>
            <a:ahLst/>
            <a:cxnLst/>
            <a:rect r="r" b="b" t="t" l="l"/>
            <a:pathLst>
              <a:path h="2752812" w="4213228">
                <a:moveTo>
                  <a:pt x="0" y="0"/>
                </a:moveTo>
                <a:lnTo>
                  <a:pt x="4213228" y="0"/>
                </a:lnTo>
                <a:lnTo>
                  <a:pt x="4213228" y="2752812"/>
                </a:lnTo>
                <a:lnTo>
                  <a:pt x="0" y="2752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-2169" r="-20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20339" y="42105"/>
            <a:ext cx="1501052" cy="1362797"/>
          </a:xfrm>
          <a:custGeom>
            <a:avLst/>
            <a:gdLst/>
            <a:ahLst/>
            <a:cxnLst/>
            <a:rect r="r" b="b" t="t" l="l"/>
            <a:pathLst>
              <a:path h="1362797" w="1501052">
                <a:moveTo>
                  <a:pt x="0" y="0"/>
                </a:moveTo>
                <a:lnTo>
                  <a:pt x="1501052" y="0"/>
                </a:lnTo>
                <a:lnTo>
                  <a:pt x="1501052" y="1362797"/>
                </a:lnTo>
                <a:lnTo>
                  <a:pt x="0" y="1362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242356" y="176889"/>
            <a:ext cx="1543050" cy="643173"/>
            <a:chOff x="0" y="0"/>
            <a:chExt cx="406400" cy="1693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169395"/>
            </a:xfrm>
            <a:custGeom>
              <a:avLst/>
              <a:gdLst/>
              <a:ahLst/>
              <a:cxnLst/>
              <a:rect r="r" b="b" t="t" l="l"/>
              <a:pathLst>
                <a:path h="169395" w="406400">
                  <a:moveTo>
                    <a:pt x="84698" y="0"/>
                  </a:moveTo>
                  <a:lnTo>
                    <a:pt x="321702" y="0"/>
                  </a:lnTo>
                  <a:cubicBezTo>
                    <a:pt x="344166" y="0"/>
                    <a:pt x="365709" y="8923"/>
                    <a:pt x="381593" y="24807"/>
                  </a:cubicBezTo>
                  <a:cubicBezTo>
                    <a:pt x="397477" y="40691"/>
                    <a:pt x="406400" y="62234"/>
                    <a:pt x="406400" y="84698"/>
                  </a:cubicBezTo>
                  <a:lnTo>
                    <a:pt x="406400" y="84698"/>
                  </a:lnTo>
                  <a:cubicBezTo>
                    <a:pt x="406400" y="131475"/>
                    <a:pt x="368480" y="169395"/>
                    <a:pt x="321702" y="169395"/>
                  </a:cubicBezTo>
                  <a:lnTo>
                    <a:pt x="84698" y="169395"/>
                  </a:lnTo>
                  <a:cubicBezTo>
                    <a:pt x="62234" y="169395"/>
                    <a:pt x="40691" y="160472"/>
                    <a:pt x="24807" y="144588"/>
                  </a:cubicBezTo>
                  <a:cubicBezTo>
                    <a:pt x="8923" y="128704"/>
                    <a:pt x="0" y="107161"/>
                    <a:pt x="0" y="84698"/>
                  </a:cubicBezTo>
                  <a:lnTo>
                    <a:pt x="0" y="84698"/>
                  </a:lnTo>
                  <a:cubicBezTo>
                    <a:pt x="0" y="62234"/>
                    <a:pt x="8923" y="40691"/>
                    <a:pt x="24807" y="24807"/>
                  </a:cubicBezTo>
                  <a:cubicBezTo>
                    <a:pt x="40691" y="8923"/>
                    <a:pt x="62234" y="0"/>
                    <a:pt x="84698" y="0"/>
                  </a:cubicBezTo>
                  <a:close/>
                </a:path>
              </a:pathLst>
            </a:custGeom>
            <a:solidFill>
              <a:srgbClr val="33353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406400" cy="264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HOME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351349" y="231775"/>
            <a:ext cx="6172740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Telkom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107" y="1138202"/>
            <a:ext cx="5495150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Indonesia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595" y="2126241"/>
            <a:ext cx="840105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1060" y="2126241"/>
            <a:ext cx="1891665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</a:t>
            </a:r>
            <a:r>
              <a:rPr lang="en-US" sz="5000" strike="noStrike" u="none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75682" y="2126241"/>
            <a:ext cx="1944370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your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21391" y="2126241"/>
            <a:ext cx="1369060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50389" y="215900"/>
            <a:ext cx="159766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43801" y="215900"/>
            <a:ext cx="163099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80681" y="215900"/>
            <a:ext cx="1174433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1698"/>
            <a:ext cx="18818156" cy="10585213"/>
          </a:xfrm>
          <a:custGeom>
            <a:avLst/>
            <a:gdLst/>
            <a:ahLst/>
            <a:cxnLst/>
            <a:rect r="r" b="b" t="t" l="l"/>
            <a:pathLst>
              <a:path h="10585213" w="18818156">
                <a:moveTo>
                  <a:pt x="0" y="0"/>
                </a:moveTo>
                <a:lnTo>
                  <a:pt x="18818156" y="0"/>
                </a:lnTo>
                <a:lnTo>
                  <a:pt x="18818156" y="10585213"/>
                </a:lnTo>
                <a:lnTo>
                  <a:pt x="0" y="10585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3423" y="1249715"/>
            <a:ext cx="5451235" cy="7702387"/>
            <a:chOff x="0" y="0"/>
            <a:chExt cx="1435716" cy="20286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5716" cy="2028612"/>
            </a:xfrm>
            <a:custGeom>
              <a:avLst/>
              <a:gdLst/>
              <a:ahLst/>
              <a:cxnLst/>
              <a:rect r="r" b="b" t="t" l="l"/>
              <a:pathLst>
                <a:path h="2028612" w="1435716">
                  <a:moveTo>
                    <a:pt x="72431" y="0"/>
                  </a:moveTo>
                  <a:lnTo>
                    <a:pt x="1363285" y="0"/>
                  </a:lnTo>
                  <a:cubicBezTo>
                    <a:pt x="1382495" y="0"/>
                    <a:pt x="1400918" y="7631"/>
                    <a:pt x="1414502" y="21215"/>
                  </a:cubicBezTo>
                  <a:cubicBezTo>
                    <a:pt x="1428085" y="34798"/>
                    <a:pt x="1435716" y="53221"/>
                    <a:pt x="1435716" y="72431"/>
                  </a:cubicBezTo>
                  <a:lnTo>
                    <a:pt x="1435716" y="1956181"/>
                  </a:lnTo>
                  <a:cubicBezTo>
                    <a:pt x="1435716" y="1975391"/>
                    <a:pt x="1428085" y="1993814"/>
                    <a:pt x="1414502" y="2007398"/>
                  </a:cubicBezTo>
                  <a:cubicBezTo>
                    <a:pt x="1400918" y="2020981"/>
                    <a:pt x="1382495" y="2028612"/>
                    <a:pt x="1363285" y="2028612"/>
                  </a:cubicBezTo>
                  <a:lnTo>
                    <a:pt x="72431" y="2028612"/>
                  </a:lnTo>
                  <a:cubicBezTo>
                    <a:pt x="53221" y="2028612"/>
                    <a:pt x="34798" y="2020981"/>
                    <a:pt x="21215" y="2007398"/>
                  </a:cubicBezTo>
                  <a:cubicBezTo>
                    <a:pt x="7631" y="1993814"/>
                    <a:pt x="0" y="1975391"/>
                    <a:pt x="0" y="1956181"/>
                  </a:cubicBezTo>
                  <a:lnTo>
                    <a:pt x="0" y="72431"/>
                  </a:lnTo>
                  <a:cubicBezTo>
                    <a:pt x="0" y="53221"/>
                    <a:pt x="7631" y="34798"/>
                    <a:pt x="21215" y="21215"/>
                  </a:cubicBezTo>
                  <a:cubicBezTo>
                    <a:pt x="34798" y="7631"/>
                    <a:pt x="53221" y="0"/>
                    <a:pt x="72431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435716" cy="2123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PT Telkom Indonesia (Persero) Tbk adalah sebuah badan usaha milik </a:t>
              </a: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negara</a:t>
              </a: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Indonesia yang bergerak di bidang Teknologi Informasi dan Komunikasi Kantor pusat resmi dari perusahaan ini terletak di Bandung sedangkan kantor pusat operasionalnya terletak di Jakarta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58556" y="2147174"/>
            <a:ext cx="3940968" cy="777957"/>
            <a:chOff x="0" y="0"/>
            <a:chExt cx="1037950" cy="2048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950" cy="204894"/>
            </a:xfrm>
            <a:custGeom>
              <a:avLst/>
              <a:gdLst/>
              <a:ahLst/>
              <a:cxnLst/>
              <a:rect r="r" b="b" t="t" l="l"/>
              <a:pathLst>
                <a:path h="204894" w="1037950">
                  <a:moveTo>
                    <a:pt x="100188" y="0"/>
                  </a:moveTo>
                  <a:lnTo>
                    <a:pt x="937762" y="0"/>
                  </a:lnTo>
                  <a:cubicBezTo>
                    <a:pt x="964334" y="0"/>
                    <a:pt x="989817" y="10555"/>
                    <a:pt x="1008606" y="29344"/>
                  </a:cubicBezTo>
                  <a:cubicBezTo>
                    <a:pt x="1027395" y="48133"/>
                    <a:pt x="1037950" y="73617"/>
                    <a:pt x="1037950" y="100188"/>
                  </a:cubicBezTo>
                  <a:lnTo>
                    <a:pt x="1037950" y="104706"/>
                  </a:lnTo>
                  <a:cubicBezTo>
                    <a:pt x="1037950" y="131277"/>
                    <a:pt x="1027395" y="156761"/>
                    <a:pt x="1008606" y="175549"/>
                  </a:cubicBezTo>
                  <a:cubicBezTo>
                    <a:pt x="989817" y="194338"/>
                    <a:pt x="964334" y="204894"/>
                    <a:pt x="937762" y="204894"/>
                  </a:cubicBezTo>
                  <a:lnTo>
                    <a:pt x="100188" y="204894"/>
                  </a:lnTo>
                  <a:cubicBezTo>
                    <a:pt x="44856" y="204894"/>
                    <a:pt x="0" y="160038"/>
                    <a:pt x="0" y="104706"/>
                  </a:cubicBezTo>
                  <a:lnTo>
                    <a:pt x="0" y="100188"/>
                  </a:lnTo>
                  <a:cubicBezTo>
                    <a:pt x="0" y="44856"/>
                    <a:pt x="44856" y="0"/>
                    <a:pt x="100188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037950" cy="300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B0000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ABOUT US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550389" y="215900"/>
            <a:ext cx="159766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43801" y="215900"/>
            <a:ext cx="163099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712064" y="219869"/>
            <a:ext cx="1543050" cy="557212"/>
            <a:chOff x="0" y="0"/>
            <a:chExt cx="406400" cy="1467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146756"/>
            </a:xfrm>
            <a:custGeom>
              <a:avLst/>
              <a:gdLst/>
              <a:ahLst/>
              <a:cxnLst/>
              <a:rect r="r" b="b" t="t" l="l"/>
              <a:pathLst>
                <a:path h="146756" w="406400">
                  <a:moveTo>
                    <a:pt x="73378" y="0"/>
                  </a:moveTo>
                  <a:lnTo>
                    <a:pt x="333022" y="0"/>
                  </a:lnTo>
                  <a:cubicBezTo>
                    <a:pt x="352483" y="0"/>
                    <a:pt x="371147" y="7731"/>
                    <a:pt x="384908" y="21492"/>
                  </a:cubicBezTo>
                  <a:cubicBezTo>
                    <a:pt x="398669" y="35253"/>
                    <a:pt x="406400" y="53917"/>
                    <a:pt x="406400" y="73378"/>
                  </a:cubicBezTo>
                  <a:lnTo>
                    <a:pt x="406400" y="73378"/>
                  </a:lnTo>
                  <a:cubicBezTo>
                    <a:pt x="406400" y="92839"/>
                    <a:pt x="398669" y="111503"/>
                    <a:pt x="384908" y="125264"/>
                  </a:cubicBezTo>
                  <a:cubicBezTo>
                    <a:pt x="371147" y="139025"/>
                    <a:pt x="352483" y="146756"/>
                    <a:pt x="333022" y="146756"/>
                  </a:cubicBezTo>
                  <a:lnTo>
                    <a:pt x="73378" y="146756"/>
                  </a:lnTo>
                  <a:cubicBezTo>
                    <a:pt x="53917" y="146756"/>
                    <a:pt x="35253" y="139025"/>
                    <a:pt x="21492" y="125264"/>
                  </a:cubicBezTo>
                  <a:cubicBezTo>
                    <a:pt x="7731" y="111503"/>
                    <a:pt x="0" y="92839"/>
                    <a:pt x="0" y="73378"/>
                  </a:cubicBezTo>
                  <a:lnTo>
                    <a:pt x="0" y="73378"/>
                  </a:lnTo>
                  <a:cubicBezTo>
                    <a:pt x="0" y="53917"/>
                    <a:pt x="7731" y="35253"/>
                    <a:pt x="21492" y="21492"/>
                  </a:cubicBezTo>
                  <a:cubicBezTo>
                    <a:pt x="35253" y="7731"/>
                    <a:pt x="53917" y="0"/>
                    <a:pt x="733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406400" cy="242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B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ABOUT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384596" y="215900"/>
            <a:ext cx="1032193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416789" y="1249715"/>
            <a:ext cx="5451235" cy="7702387"/>
            <a:chOff x="0" y="0"/>
            <a:chExt cx="1435716" cy="20286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5716" cy="2028612"/>
            </a:xfrm>
            <a:custGeom>
              <a:avLst/>
              <a:gdLst/>
              <a:ahLst/>
              <a:cxnLst/>
              <a:rect r="r" b="b" t="t" l="l"/>
              <a:pathLst>
                <a:path h="2028612" w="1435716">
                  <a:moveTo>
                    <a:pt x="72431" y="0"/>
                  </a:moveTo>
                  <a:lnTo>
                    <a:pt x="1363285" y="0"/>
                  </a:lnTo>
                  <a:cubicBezTo>
                    <a:pt x="1382495" y="0"/>
                    <a:pt x="1400918" y="7631"/>
                    <a:pt x="1414502" y="21215"/>
                  </a:cubicBezTo>
                  <a:cubicBezTo>
                    <a:pt x="1428085" y="34798"/>
                    <a:pt x="1435716" y="53221"/>
                    <a:pt x="1435716" y="72431"/>
                  </a:cubicBezTo>
                  <a:lnTo>
                    <a:pt x="1435716" y="1956181"/>
                  </a:lnTo>
                  <a:cubicBezTo>
                    <a:pt x="1435716" y="1975391"/>
                    <a:pt x="1428085" y="1993814"/>
                    <a:pt x="1414502" y="2007398"/>
                  </a:cubicBezTo>
                  <a:cubicBezTo>
                    <a:pt x="1400918" y="2020981"/>
                    <a:pt x="1382495" y="2028612"/>
                    <a:pt x="1363285" y="2028612"/>
                  </a:cubicBezTo>
                  <a:lnTo>
                    <a:pt x="72431" y="2028612"/>
                  </a:lnTo>
                  <a:cubicBezTo>
                    <a:pt x="53221" y="2028612"/>
                    <a:pt x="34798" y="2020981"/>
                    <a:pt x="21215" y="2007398"/>
                  </a:cubicBezTo>
                  <a:cubicBezTo>
                    <a:pt x="7631" y="1993814"/>
                    <a:pt x="0" y="1975391"/>
                    <a:pt x="0" y="1956181"/>
                  </a:cubicBezTo>
                  <a:lnTo>
                    <a:pt x="0" y="72431"/>
                  </a:lnTo>
                  <a:cubicBezTo>
                    <a:pt x="0" y="53221"/>
                    <a:pt x="7631" y="34798"/>
                    <a:pt x="21215" y="21215"/>
                  </a:cubicBezTo>
                  <a:cubicBezTo>
                    <a:pt x="34798" y="7631"/>
                    <a:pt x="53221" y="0"/>
                    <a:pt x="72431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435716" cy="2123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Sebelum akhir tahun 2020, perusahaan ini berbisnis dengan nama PT Telekomunikasi Indonesia (Persero)Tbk.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Pemerintah Indonesia memegang mayoritas saham perusahaan ini melalui </a:t>
              </a:r>
              <a:r>
                <a:rPr lang="en-US" sz="2499" u="sng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3" tooltip="https://id.wikipedia.org/wiki/Danantara"/>
                </a:rPr>
                <a:t>Danantara</a:t>
              </a: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18332" y="2147174"/>
            <a:ext cx="3940968" cy="777957"/>
            <a:chOff x="0" y="0"/>
            <a:chExt cx="1037950" cy="2048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7950" cy="204894"/>
            </a:xfrm>
            <a:custGeom>
              <a:avLst/>
              <a:gdLst/>
              <a:ahLst/>
              <a:cxnLst/>
              <a:rect r="r" b="b" t="t" l="l"/>
              <a:pathLst>
                <a:path h="204894" w="1037950">
                  <a:moveTo>
                    <a:pt x="100188" y="0"/>
                  </a:moveTo>
                  <a:lnTo>
                    <a:pt x="937762" y="0"/>
                  </a:lnTo>
                  <a:cubicBezTo>
                    <a:pt x="964334" y="0"/>
                    <a:pt x="989817" y="10555"/>
                    <a:pt x="1008606" y="29344"/>
                  </a:cubicBezTo>
                  <a:cubicBezTo>
                    <a:pt x="1027395" y="48133"/>
                    <a:pt x="1037950" y="73617"/>
                    <a:pt x="1037950" y="100188"/>
                  </a:cubicBezTo>
                  <a:lnTo>
                    <a:pt x="1037950" y="104706"/>
                  </a:lnTo>
                  <a:cubicBezTo>
                    <a:pt x="1037950" y="131277"/>
                    <a:pt x="1027395" y="156761"/>
                    <a:pt x="1008606" y="175549"/>
                  </a:cubicBezTo>
                  <a:cubicBezTo>
                    <a:pt x="989817" y="194338"/>
                    <a:pt x="964334" y="204894"/>
                    <a:pt x="937762" y="204894"/>
                  </a:cubicBezTo>
                  <a:lnTo>
                    <a:pt x="100188" y="204894"/>
                  </a:lnTo>
                  <a:cubicBezTo>
                    <a:pt x="44856" y="204894"/>
                    <a:pt x="0" y="160038"/>
                    <a:pt x="0" y="104706"/>
                  </a:cubicBezTo>
                  <a:lnTo>
                    <a:pt x="0" y="100188"/>
                  </a:lnTo>
                  <a:cubicBezTo>
                    <a:pt x="0" y="44856"/>
                    <a:pt x="44856" y="0"/>
                    <a:pt x="100188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1037950" cy="300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B0000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ABOUT US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78103" cy="10996171"/>
          </a:xfrm>
          <a:custGeom>
            <a:avLst/>
            <a:gdLst/>
            <a:ahLst/>
            <a:cxnLst/>
            <a:rect r="r" b="b" t="t" l="l"/>
            <a:pathLst>
              <a:path h="10996171" w="18478103">
                <a:moveTo>
                  <a:pt x="0" y="0"/>
                </a:moveTo>
                <a:lnTo>
                  <a:pt x="18478103" y="0"/>
                </a:lnTo>
                <a:lnTo>
                  <a:pt x="18478103" y="10996171"/>
                </a:lnTo>
                <a:lnTo>
                  <a:pt x="0" y="1099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14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43801" y="215900"/>
            <a:ext cx="163099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80681" y="215900"/>
            <a:ext cx="1174433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520941" y="204370"/>
            <a:ext cx="1657032" cy="588210"/>
            <a:chOff x="0" y="0"/>
            <a:chExt cx="436420" cy="154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6420" cy="154919"/>
            </a:xfrm>
            <a:custGeom>
              <a:avLst/>
              <a:gdLst/>
              <a:ahLst/>
              <a:cxnLst/>
              <a:rect r="r" b="b" t="t" l="l"/>
              <a:pathLst>
                <a:path h="154919" w="436420">
                  <a:moveTo>
                    <a:pt x="77460" y="0"/>
                  </a:moveTo>
                  <a:lnTo>
                    <a:pt x="358960" y="0"/>
                  </a:lnTo>
                  <a:cubicBezTo>
                    <a:pt x="401740" y="0"/>
                    <a:pt x="436420" y="34680"/>
                    <a:pt x="436420" y="77460"/>
                  </a:cubicBezTo>
                  <a:lnTo>
                    <a:pt x="436420" y="77460"/>
                  </a:lnTo>
                  <a:cubicBezTo>
                    <a:pt x="436420" y="98003"/>
                    <a:pt x="428259" y="117706"/>
                    <a:pt x="413733" y="132232"/>
                  </a:cubicBezTo>
                  <a:cubicBezTo>
                    <a:pt x="399206" y="146759"/>
                    <a:pt x="379504" y="154919"/>
                    <a:pt x="358960" y="154919"/>
                  </a:cubicBezTo>
                  <a:lnTo>
                    <a:pt x="77460" y="154919"/>
                  </a:lnTo>
                  <a:cubicBezTo>
                    <a:pt x="34680" y="154919"/>
                    <a:pt x="0" y="120240"/>
                    <a:pt x="0" y="77460"/>
                  </a:cubicBezTo>
                  <a:lnTo>
                    <a:pt x="0" y="77460"/>
                  </a:lnTo>
                  <a:cubicBezTo>
                    <a:pt x="0" y="34680"/>
                    <a:pt x="34680" y="0"/>
                    <a:pt x="774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436420" cy="250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B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SERVICES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682094" y="215900"/>
            <a:ext cx="1032193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357760" y="3805705"/>
            <a:ext cx="6021147" cy="606983"/>
            <a:chOff x="0" y="0"/>
            <a:chExt cx="1585816" cy="1598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85816" cy="159864"/>
            </a:xfrm>
            <a:custGeom>
              <a:avLst/>
              <a:gdLst/>
              <a:ahLst/>
              <a:cxnLst/>
              <a:rect r="r" b="b" t="t" l="l"/>
              <a:pathLst>
                <a:path h="159864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94289"/>
                  </a:lnTo>
                  <a:cubicBezTo>
                    <a:pt x="1585816" y="111680"/>
                    <a:pt x="1578908" y="128360"/>
                    <a:pt x="1566610" y="140657"/>
                  </a:cubicBezTo>
                  <a:cubicBezTo>
                    <a:pt x="1554312" y="152955"/>
                    <a:pt x="1537633" y="159864"/>
                    <a:pt x="1520241" y="159864"/>
                  </a:cubicBezTo>
                  <a:lnTo>
                    <a:pt x="65575" y="159864"/>
                  </a:lnTo>
                  <a:cubicBezTo>
                    <a:pt x="29359" y="159864"/>
                    <a:pt x="0" y="130505"/>
                    <a:pt x="0" y="94289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585816" cy="25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TELKOMSEL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57760" y="5058425"/>
            <a:ext cx="6021147" cy="606983"/>
            <a:chOff x="0" y="0"/>
            <a:chExt cx="1585816" cy="1598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5816" cy="159864"/>
            </a:xfrm>
            <a:custGeom>
              <a:avLst/>
              <a:gdLst/>
              <a:ahLst/>
              <a:cxnLst/>
              <a:rect r="r" b="b" t="t" l="l"/>
              <a:pathLst>
                <a:path h="159864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94289"/>
                  </a:lnTo>
                  <a:cubicBezTo>
                    <a:pt x="1585816" y="111680"/>
                    <a:pt x="1578908" y="128360"/>
                    <a:pt x="1566610" y="140657"/>
                  </a:cubicBezTo>
                  <a:cubicBezTo>
                    <a:pt x="1554312" y="152955"/>
                    <a:pt x="1537633" y="159864"/>
                    <a:pt x="1520241" y="159864"/>
                  </a:cubicBezTo>
                  <a:lnTo>
                    <a:pt x="65575" y="159864"/>
                  </a:lnTo>
                  <a:cubicBezTo>
                    <a:pt x="29359" y="159864"/>
                    <a:pt x="0" y="130505"/>
                    <a:pt x="0" y="94289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585816" cy="25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TELKOMNET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57760" y="7262337"/>
            <a:ext cx="6021147" cy="606983"/>
            <a:chOff x="0" y="0"/>
            <a:chExt cx="1585816" cy="1598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5816" cy="159864"/>
            </a:xfrm>
            <a:custGeom>
              <a:avLst/>
              <a:gdLst/>
              <a:ahLst/>
              <a:cxnLst/>
              <a:rect r="r" b="b" t="t" l="l"/>
              <a:pathLst>
                <a:path h="159864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94289"/>
                  </a:lnTo>
                  <a:cubicBezTo>
                    <a:pt x="1585816" y="111680"/>
                    <a:pt x="1578908" y="128360"/>
                    <a:pt x="1566610" y="140657"/>
                  </a:cubicBezTo>
                  <a:cubicBezTo>
                    <a:pt x="1554312" y="152955"/>
                    <a:pt x="1537633" y="159864"/>
                    <a:pt x="1520241" y="159864"/>
                  </a:cubicBezTo>
                  <a:lnTo>
                    <a:pt x="65575" y="159864"/>
                  </a:lnTo>
                  <a:cubicBezTo>
                    <a:pt x="29359" y="159864"/>
                    <a:pt x="0" y="130505"/>
                    <a:pt x="0" y="94289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585816" cy="25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TELKOM ISDN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57760" y="6179104"/>
            <a:ext cx="6021147" cy="606983"/>
            <a:chOff x="0" y="0"/>
            <a:chExt cx="1585816" cy="1598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5816" cy="159864"/>
            </a:xfrm>
            <a:custGeom>
              <a:avLst/>
              <a:gdLst/>
              <a:ahLst/>
              <a:cxnLst/>
              <a:rect r="r" b="b" t="t" l="l"/>
              <a:pathLst>
                <a:path h="159864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94289"/>
                  </a:lnTo>
                  <a:cubicBezTo>
                    <a:pt x="1585816" y="111680"/>
                    <a:pt x="1578908" y="128360"/>
                    <a:pt x="1566610" y="140657"/>
                  </a:cubicBezTo>
                  <a:cubicBezTo>
                    <a:pt x="1554312" y="152955"/>
                    <a:pt x="1537633" y="159864"/>
                    <a:pt x="1520241" y="159864"/>
                  </a:cubicBezTo>
                  <a:lnTo>
                    <a:pt x="65575" y="159864"/>
                  </a:lnTo>
                  <a:cubicBezTo>
                    <a:pt x="29359" y="159864"/>
                    <a:pt x="0" y="130505"/>
                    <a:pt x="0" y="94289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1585816" cy="25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INDIHOME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03713" y="6179104"/>
            <a:ext cx="6021147" cy="606983"/>
            <a:chOff x="0" y="0"/>
            <a:chExt cx="1585816" cy="1598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85816" cy="159864"/>
            </a:xfrm>
            <a:custGeom>
              <a:avLst/>
              <a:gdLst/>
              <a:ahLst/>
              <a:cxnLst/>
              <a:rect r="r" b="b" t="t" l="l"/>
              <a:pathLst>
                <a:path h="159864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94289"/>
                  </a:lnTo>
                  <a:cubicBezTo>
                    <a:pt x="1585816" y="111680"/>
                    <a:pt x="1578908" y="128360"/>
                    <a:pt x="1566610" y="140657"/>
                  </a:cubicBezTo>
                  <a:cubicBezTo>
                    <a:pt x="1554312" y="152955"/>
                    <a:pt x="1537633" y="159864"/>
                    <a:pt x="1520241" y="159864"/>
                  </a:cubicBezTo>
                  <a:lnTo>
                    <a:pt x="65575" y="159864"/>
                  </a:lnTo>
                  <a:cubicBezTo>
                    <a:pt x="29359" y="159864"/>
                    <a:pt x="0" y="130505"/>
                    <a:pt x="0" y="94289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1585816" cy="25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TELKOM VSAT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03713" y="5058425"/>
            <a:ext cx="6021147" cy="606983"/>
            <a:chOff x="0" y="0"/>
            <a:chExt cx="1585816" cy="1598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85816" cy="159864"/>
            </a:xfrm>
            <a:custGeom>
              <a:avLst/>
              <a:gdLst/>
              <a:ahLst/>
              <a:cxnLst/>
              <a:rect r="r" b="b" t="t" l="l"/>
              <a:pathLst>
                <a:path h="159864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94289"/>
                  </a:lnTo>
                  <a:cubicBezTo>
                    <a:pt x="1585816" y="111680"/>
                    <a:pt x="1578908" y="128360"/>
                    <a:pt x="1566610" y="140657"/>
                  </a:cubicBezTo>
                  <a:cubicBezTo>
                    <a:pt x="1554312" y="152955"/>
                    <a:pt x="1537633" y="159864"/>
                    <a:pt x="1520241" y="159864"/>
                  </a:cubicBezTo>
                  <a:lnTo>
                    <a:pt x="65575" y="159864"/>
                  </a:lnTo>
                  <a:cubicBezTo>
                    <a:pt x="29359" y="159864"/>
                    <a:pt x="0" y="130505"/>
                    <a:pt x="0" y="94289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585816" cy="25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TELKOM VPN IP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03713" y="3805705"/>
            <a:ext cx="6021147" cy="606983"/>
            <a:chOff x="0" y="0"/>
            <a:chExt cx="1585816" cy="1598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85816" cy="159864"/>
            </a:xfrm>
            <a:custGeom>
              <a:avLst/>
              <a:gdLst/>
              <a:ahLst/>
              <a:cxnLst/>
              <a:rect r="r" b="b" t="t" l="l"/>
              <a:pathLst>
                <a:path h="159864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94289"/>
                  </a:lnTo>
                  <a:cubicBezTo>
                    <a:pt x="1585816" y="111680"/>
                    <a:pt x="1578908" y="128360"/>
                    <a:pt x="1566610" y="140657"/>
                  </a:cubicBezTo>
                  <a:cubicBezTo>
                    <a:pt x="1554312" y="152955"/>
                    <a:pt x="1537633" y="159864"/>
                    <a:pt x="1520241" y="159864"/>
                  </a:cubicBezTo>
                  <a:lnTo>
                    <a:pt x="65575" y="159864"/>
                  </a:lnTo>
                  <a:cubicBezTo>
                    <a:pt x="29359" y="159864"/>
                    <a:pt x="0" y="130505"/>
                    <a:pt x="0" y="94289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1585816" cy="25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TELKOM LINK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03713" y="7262337"/>
            <a:ext cx="6021147" cy="606983"/>
            <a:chOff x="0" y="0"/>
            <a:chExt cx="1585816" cy="1598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85816" cy="159864"/>
            </a:xfrm>
            <a:custGeom>
              <a:avLst/>
              <a:gdLst/>
              <a:ahLst/>
              <a:cxnLst/>
              <a:rect r="r" b="b" t="t" l="l"/>
              <a:pathLst>
                <a:path h="159864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94289"/>
                  </a:lnTo>
                  <a:cubicBezTo>
                    <a:pt x="1585816" y="111680"/>
                    <a:pt x="1578908" y="128360"/>
                    <a:pt x="1566610" y="140657"/>
                  </a:cubicBezTo>
                  <a:cubicBezTo>
                    <a:pt x="1554312" y="152955"/>
                    <a:pt x="1537633" y="159864"/>
                    <a:pt x="1520241" y="159864"/>
                  </a:cubicBezTo>
                  <a:lnTo>
                    <a:pt x="65575" y="159864"/>
                  </a:lnTo>
                  <a:cubicBezTo>
                    <a:pt x="29359" y="159864"/>
                    <a:pt x="0" y="130505"/>
                    <a:pt x="0" y="94289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1585816" cy="25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TELKOM PSTN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058556" y="2380487"/>
            <a:ext cx="13891453" cy="777957"/>
            <a:chOff x="0" y="0"/>
            <a:chExt cx="3658654" cy="2048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8654" cy="204894"/>
            </a:xfrm>
            <a:custGeom>
              <a:avLst/>
              <a:gdLst/>
              <a:ahLst/>
              <a:cxnLst/>
              <a:rect r="r" b="b" t="t" l="l"/>
              <a:pathLst>
                <a:path h="204894" w="3658654">
                  <a:moveTo>
                    <a:pt x="28423" y="0"/>
                  </a:moveTo>
                  <a:lnTo>
                    <a:pt x="3630231" y="0"/>
                  </a:lnTo>
                  <a:cubicBezTo>
                    <a:pt x="3645929" y="0"/>
                    <a:pt x="3658654" y="12725"/>
                    <a:pt x="3658654" y="28423"/>
                  </a:cubicBezTo>
                  <a:lnTo>
                    <a:pt x="3658654" y="176471"/>
                  </a:lnTo>
                  <a:cubicBezTo>
                    <a:pt x="3658654" y="192168"/>
                    <a:pt x="3645929" y="204894"/>
                    <a:pt x="3630231" y="204894"/>
                  </a:cubicBezTo>
                  <a:lnTo>
                    <a:pt x="28423" y="204894"/>
                  </a:lnTo>
                  <a:cubicBezTo>
                    <a:pt x="12725" y="204894"/>
                    <a:pt x="0" y="192168"/>
                    <a:pt x="0" y="176471"/>
                  </a:cubicBezTo>
                  <a:lnTo>
                    <a:pt x="0" y="28423"/>
                  </a:lnTo>
                  <a:cubicBezTo>
                    <a:pt x="0" y="12725"/>
                    <a:pt x="12725" y="0"/>
                    <a:pt x="28423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3658654" cy="300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B0000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SERVICES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357760" y="8300562"/>
            <a:ext cx="6021147" cy="606983"/>
            <a:chOff x="0" y="0"/>
            <a:chExt cx="1585816" cy="1598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85816" cy="159864"/>
            </a:xfrm>
            <a:custGeom>
              <a:avLst/>
              <a:gdLst/>
              <a:ahLst/>
              <a:cxnLst/>
              <a:rect r="r" b="b" t="t" l="l"/>
              <a:pathLst>
                <a:path h="159864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94289"/>
                  </a:lnTo>
                  <a:cubicBezTo>
                    <a:pt x="1585816" y="111680"/>
                    <a:pt x="1578908" y="128360"/>
                    <a:pt x="1566610" y="140657"/>
                  </a:cubicBezTo>
                  <a:cubicBezTo>
                    <a:pt x="1554312" y="152955"/>
                    <a:pt x="1537633" y="159864"/>
                    <a:pt x="1520241" y="159864"/>
                  </a:cubicBezTo>
                  <a:lnTo>
                    <a:pt x="65575" y="159864"/>
                  </a:lnTo>
                  <a:cubicBezTo>
                    <a:pt x="29359" y="159864"/>
                    <a:pt x="0" y="130505"/>
                    <a:pt x="0" y="94289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1585816" cy="255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TELKOM SATELIT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703713" y="8300562"/>
            <a:ext cx="6021147" cy="568883"/>
            <a:chOff x="0" y="0"/>
            <a:chExt cx="1585816" cy="1498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85816" cy="149829"/>
            </a:xfrm>
            <a:custGeom>
              <a:avLst/>
              <a:gdLst/>
              <a:ahLst/>
              <a:cxnLst/>
              <a:rect r="r" b="b" t="t" l="l"/>
              <a:pathLst>
                <a:path h="149829" w="1585816">
                  <a:moveTo>
                    <a:pt x="65575" y="0"/>
                  </a:moveTo>
                  <a:lnTo>
                    <a:pt x="1520241" y="0"/>
                  </a:lnTo>
                  <a:cubicBezTo>
                    <a:pt x="1556457" y="0"/>
                    <a:pt x="1585816" y="29359"/>
                    <a:pt x="1585816" y="65575"/>
                  </a:cubicBezTo>
                  <a:lnTo>
                    <a:pt x="1585816" y="84254"/>
                  </a:lnTo>
                  <a:cubicBezTo>
                    <a:pt x="1585816" y="120470"/>
                    <a:pt x="1556457" y="149829"/>
                    <a:pt x="1520241" y="149829"/>
                  </a:cubicBezTo>
                  <a:lnTo>
                    <a:pt x="65575" y="149829"/>
                  </a:lnTo>
                  <a:cubicBezTo>
                    <a:pt x="48184" y="149829"/>
                    <a:pt x="31504" y="142920"/>
                    <a:pt x="19207" y="130623"/>
                  </a:cubicBezTo>
                  <a:cubicBezTo>
                    <a:pt x="6909" y="118325"/>
                    <a:pt x="0" y="101646"/>
                    <a:pt x="0" y="84254"/>
                  </a:cubicBezTo>
                  <a:lnTo>
                    <a:pt x="0" y="65575"/>
                  </a:lnTo>
                  <a:cubicBezTo>
                    <a:pt x="0" y="29359"/>
                    <a:pt x="29359" y="0"/>
                    <a:pt x="65575" y="0"/>
                  </a:cubicBezTo>
                  <a:close/>
                </a:path>
              </a:pathLst>
            </a:custGeom>
            <a:solidFill>
              <a:srgbClr val="DC241F">
                <a:alpha val="8000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1585816" cy="245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FLEXI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5660" y="0"/>
            <a:ext cx="18503660" cy="10550585"/>
          </a:xfrm>
          <a:custGeom>
            <a:avLst/>
            <a:gdLst/>
            <a:ahLst/>
            <a:cxnLst/>
            <a:rect r="r" b="b" t="t" l="l"/>
            <a:pathLst>
              <a:path h="10550585" w="18503660">
                <a:moveTo>
                  <a:pt x="0" y="0"/>
                </a:moveTo>
                <a:lnTo>
                  <a:pt x="18503660" y="0"/>
                </a:lnTo>
                <a:lnTo>
                  <a:pt x="18503660" y="10550585"/>
                </a:lnTo>
                <a:lnTo>
                  <a:pt x="0" y="10550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3" t="-561" r="-99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71077"/>
            <a:ext cx="6064763" cy="8942622"/>
            <a:chOff x="0" y="0"/>
            <a:chExt cx="1597304" cy="23552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7304" cy="2355259"/>
            </a:xfrm>
            <a:custGeom>
              <a:avLst/>
              <a:gdLst/>
              <a:ahLst/>
              <a:cxnLst/>
              <a:rect r="r" b="b" t="t" l="l"/>
              <a:pathLst>
                <a:path h="2355259" w="1597304">
                  <a:moveTo>
                    <a:pt x="65104" y="0"/>
                  </a:moveTo>
                  <a:lnTo>
                    <a:pt x="1532200" y="0"/>
                  </a:lnTo>
                  <a:cubicBezTo>
                    <a:pt x="1549467" y="0"/>
                    <a:pt x="1566026" y="6859"/>
                    <a:pt x="1578235" y="19068"/>
                  </a:cubicBezTo>
                  <a:cubicBezTo>
                    <a:pt x="1590445" y="31278"/>
                    <a:pt x="1597304" y="47837"/>
                    <a:pt x="1597304" y="65104"/>
                  </a:cubicBezTo>
                  <a:lnTo>
                    <a:pt x="1597304" y="2290155"/>
                  </a:lnTo>
                  <a:cubicBezTo>
                    <a:pt x="1597304" y="2307422"/>
                    <a:pt x="1590445" y="2323981"/>
                    <a:pt x="1578235" y="2336190"/>
                  </a:cubicBezTo>
                  <a:cubicBezTo>
                    <a:pt x="1566026" y="2348399"/>
                    <a:pt x="1549467" y="2355259"/>
                    <a:pt x="1532200" y="2355259"/>
                  </a:cubicBezTo>
                  <a:lnTo>
                    <a:pt x="65104" y="2355259"/>
                  </a:lnTo>
                  <a:cubicBezTo>
                    <a:pt x="47837" y="2355259"/>
                    <a:pt x="31278" y="2348399"/>
                    <a:pt x="19068" y="2336190"/>
                  </a:cubicBezTo>
                  <a:cubicBezTo>
                    <a:pt x="6859" y="2323981"/>
                    <a:pt x="0" y="2307422"/>
                    <a:pt x="0" y="2290155"/>
                  </a:cubicBezTo>
                  <a:lnTo>
                    <a:pt x="0" y="65104"/>
                  </a:lnTo>
                  <a:cubicBezTo>
                    <a:pt x="0" y="47837"/>
                    <a:pt x="6859" y="31278"/>
                    <a:pt x="19068" y="19068"/>
                  </a:cubicBezTo>
                  <a:cubicBezTo>
                    <a:pt x="31278" y="6859"/>
                    <a:pt x="47837" y="0"/>
                    <a:pt x="65104" y="0"/>
                  </a:cubicBezTo>
                  <a:close/>
                </a:path>
              </a:pathLst>
            </a:custGeom>
            <a:solidFill>
              <a:srgbClr val="DC24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597304" cy="245050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43324" y="204370"/>
            <a:ext cx="1742519" cy="588210"/>
            <a:chOff x="0" y="0"/>
            <a:chExt cx="458935" cy="1549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8935" cy="154919"/>
            </a:xfrm>
            <a:custGeom>
              <a:avLst/>
              <a:gdLst/>
              <a:ahLst/>
              <a:cxnLst/>
              <a:rect r="r" b="b" t="t" l="l"/>
              <a:pathLst>
                <a:path h="154919" w="458935">
                  <a:moveTo>
                    <a:pt x="77460" y="0"/>
                  </a:moveTo>
                  <a:lnTo>
                    <a:pt x="381475" y="0"/>
                  </a:lnTo>
                  <a:cubicBezTo>
                    <a:pt x="424255" y="0"/>
                    <a:pt x="458935" y="34680"/>
                    <a:pt x="458935" y="77460"/>
                  </a:cubicBezTo>
                  <a:lnTo>
                    <a:pt x="458935" y="77460"/>
                  </a:lnTo>
                  <a:cubicBezTo>
                    <a:pt x="458935" y="98003"/>
                    <a:pt x="450774" y="117706"/>
                    <a:pt x="436248" y="132232"/>
                  </a:cubicBezTo>
                  <a:cubicBezTo>
                    <a:pt x="421721" y="146759"/>
                    <a:pt x="402019" y="154919"/>
                    <a:pt x="381475" y="154919"/>
                  </a:cubicBezTo>
                  <a:lnTo>
                    <a:pt x="77460" y="154919"/>
                  </a:lnTo>
                  <a:cubicBezTo>
                    <a:pt x="34680" y="154919"/>
                    <a:pt x="0" y="120240"/>
                    <a:pt x="0" y="77460"/>
                  </a:cubicBezTo>
                  <a:lnTo>
                    <a:pt x="0" y="77460"/>
                  </a:lnTo>
                  <a:cubicBezTo>
                    <a:pt x="0" y="34680"/>
                    <a:pt x="34680" y="0"/>
                    <a:pt x="774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458935" cy="250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B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57887" y="3790194"/>
            <a:ext cx="5406389" cy="635479"/>
            <a:chOff x="0" y="0"/>
            <a:chExt cx="1423905" cy="1673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3905" cy="167369"/>
            </a:xfrm>
            <a:custGeom>
              <a:avLst/>
              <a:gdLst/>
              <a:ahLst/>
              <a:cxnLst/>
              <a:rect r="r" b="b" t="t" l="l"/>
              <a:pathLst>
                <a:path h="167369" w="1423905">
                  <a:moveTo>
                    <a:pt x="73032" y="0"/>
                  </a:moveTo>
                  <a:lnTo>
                    <a:pt x="1350873" y="0"/>
                  </a:lnTo>
                  <a:cubicBezTo>
                    <a:pt x="1370242" y="0"/>
                    <a:pt x="1388818" y="7694"/>
                    <a:pt x="1402514" y="21390"/>
                  </a:cubicBezTo>
                  <a:cubicBezTo>
                    <a:pt x="1416210" y="35087"/>
                    <a:pt x="1423905" y="53663"/>
                    <a:pt x="1423905" y="73032"/>
                  </a:cubicBezTo>
                  <a:lnTo>
                    <a:pt x="1423905" y="94337"/>
                  </a:lnTo>
                  <a:cubicBezTo>
                    <a:pt x="1423905" y="113706"/>
                    <a:pt x="1416210" y="132282"/>
                    <a:pt x="1402514" y="145978"/>
                  </a:cubicBezTo>
                  <a:cubicBezTo>
                    <a:pt x="1388818" y="159674"/>
                    <a:pt x="1370242" y="167369"/>
                    <a:pt x="1350873" y="167369"/>
                  </a:cubicBezTo>
                  <a:lnTo>
                    <a:pt x="73032" y="167369"/>
                  </a:lnTo>
                  <a:cubicBezTo>
                    <a:pt x="53663" y="167369"/>
                    <a:pt x="35087" y="159674"/>
                    <a:pt x="21390" y="145978"/>
                  </a:cubicBezTo>
                  <a:cubicBezTo>
                    <a:pt x="7694" y="132282"/>
                    <a:pt x="0" y="113706"/>
                    <a:pt x="0" y="94337"/>
                  </a:cubicBezTo>
                  <a:lnTo>
                    <a:pt x="0" y="73032"/>
                  </a:lnTo>
                  <a:cubicBezTo>
                    <a:pt x="0" y="53663"/>
                    <a:pt x="7694" y="35087"/>
                    <a:pt x="21390" y="21390"/>
                  </a:cubicBezTo>
                  <a:cubicBezTo>
                    <a:pt x="35087" y="7694"/>
                    <a:pt x="53663" y="0"/>
                    <a:pt x="73032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423905" cy="262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B0000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EMAIL 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7887" y="4778097"/>
            <a:ext cx="5406389" cy="635479"/>
            <a:chOff x="0" y="0"/>
            <a:chExt cx="1423905" cy="1673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3905" cy="167369"/>
            </a:xfrm>
            <a:custGeom>
              <a:avLst/>
              <a:gdLst/>
              <a:ahLst/>
              <a:cxnLst/>
              <a:rect r="r" b="b" t="t" l="l"/>
              <a:pathLst>
                <a:path h="167369" w="1423905">
                  <a:moveTo>
                    <a:pt x="73032" y="0"/>
                  </a:moveTo>
                  <a:lnTo>
                    <a:pt x="1350873" y="0"/>
                  </a:lnTo>
                  <a:cubicBezTo>
                    <a:pt x="1370242" y="0"/>
                    <a:pt x="1388818" y="7694"/>
                    <a:pt x="1402514" y="21390"/>
                  </a:cubicBezTo>
                  <a:cubicBezTo>
                    <a:pt x="1416210" y="35087"/>
                    <a:pt x="1423905" y="53663"/>
                    <a:pt x="1423905" y="73032"/>
                  </a:cubicBezTo>
                  <a:lnTo>
                    <a:pt x="1423905" y="94337"/>
                  </a:lnTo>
                  <a:cubicBezTo>
                    <a:pt x="1423905" y="113706"/>
                    <a:pt x="1416210" y="132282"/>
                    <a:pt x="1402514" y="145978"/>
                  </a:cubicBezTo>
                  <a:cubicBezTo>
                    <a:pt x="1388818" y="159674"/>
                    <a:pt x="1370242" y="167369"/>
                    <a:pt x="1350873" y="167369"/>
                  </a:cubicBezTo>
                  <a:lnTo>
                    <a:pt x="73032" y="167369"/>
                  </a:lnTo>
                  <a:cubicBezTo>
                    <a:pt x="53663" y="167369"/>
                    <a:pt x="35087" y="159674"/>
                    <a:pt x="21390" y="145978"/>
                  </a:cubicBezTo>
                  <a:cubicBezTo>
                    <a:pt x="7694" y="132282"/>
                    <a:pt x="0" y="113706"/>
                    <a:pt x="0" y="94337"/>
                  </a:cubicBezTo>
                  <a:lnTo>
                    <a:pt x="0" y="73032"/>
                  </a:lnTo>
                  <a:cubicBezTo>
                    <a:pt x="0" y="53663"/>
                    <a:pt x="7694" y="35087"/>
                    <a:pt x="21390" y="21390"/>
                  </a:cubicBezTo>
                  <a:cubicBezTo>
                    <a:pt x="35087" y="7694"/>
                    <a:pt x="53663" y="0"/>
                    <a:pt x="73032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423905" cy="262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B0000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NUMBER PHONE 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17054" y="1391717"/>
            <a:ext cx="2494477" cy="635479"/>
            <a:chOff x="0" y="0"/>
            <a:chExt cx="656982" cy="1673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6982" cy="167369"/>
            </a:xfrm>
            <a:custGeom>
              <a:avLst/>
              <a:gdLst/>
              <a:ahLst/>
              <a:cxnLst/>
              <a:rect r="r" b="b" t="t" l="l"/>
              <a:pathLst>
                <a:path h="167369" w="656982">
                  <a:moveTo>
                    <a:pt x="83684" y="0"/>
                  </a:moveTo>
                  <a:lnTo>
                    <a:pt x="573297" y="0"/>
                  </a:lnTo>
                  <a:cubicBezTo>
                    <a:pt x="619515" y="0"/>
                    <a:pt x="656982" y="37467"/>
                    <a:pt x="656982" y="83684"/>
                  </a:cubicBezTo>
                  <a:lnTo>
                    <a:pt x="656982" y="83684"/>
                  </a:lnTo>
                  <a:cubicBezTo>
                    <a:pt x="656982" y="129902"/>
                    <a:pt x="619515" y="167369"/>
                    <a:pt x="573297" y="167369"/>
                  </a:cubicBezTo>
                  <a:lnTo>
                    <a:pt x="83684" y="167369"/>
                  </a:lnTo>
                  <a:cubicBezTo>
                    <a:pt x="37467" y="167369"/>
                    <a:pt x="0" y="129902"/>
                    <a:pt x="0" y="83684"/>
                  </a:cubicBezTo>
                  <a:lnTo>
                    <a:pt x="0" y="83684"/>
                  </a:lnTo>
                  <a:cubicBezTo>
                    <a:pt x="0" y="37467"/>
                    <a:pt x="37467" y="0"/>
                    <a:pt x="83684" y="0"/>
                  </a:cubicBezTo>
                  <a:close/>
                </a:path>
              </a:pathLst>
            </a:custGeom>
            <a:solidFill>
              <a:srgbClr val="33353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656982" cy="262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CONTACT 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7887" y="5766001"/>
            <a:ext cx="5406389" cy="635479"/>
            <a:chOff x="0" y="0"/>
            <a:chExt cx="1423905" cy="1673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23905" cy="167369"/>
            </a:xfrm>
            <a:custGeom>
              <a:avLst/>
              <a:gdLst/>
              <a:ahLst/>
              <a:cxnLst/>
              <a:rect r="r" b="b" t="t" l="l"/>
              <a:pathLst>
                <a:path h="167369" w="1423905">
                  <a:moveTo>
                    <a:pt x="73032" y="0"/>
                  </a:moveTo>
                  <a:lnTo>
                    <a:pt x="1350873" y="0"/>
                  </a:lnTo>
                  <a:cubicBezTo>
                    <a:pt x="1370242" y="0"/>
                    <a:pt x="1388818" y="7694"/>
                    <a:pt x="1402514" y="21390"/>
                  </a:cubicBezTo>
                  <a:cubicBezTo>
                    <a:pt x="1416210" y="35087"/>
                    <a:pt x="1423905" y="53663"/>
                    <a:pt x="1423905" y="73032"/>
                  </a:cubicBezTo>
                  <a:lnTo>
                    <a:pt x="1423905" y="94337"/>
                  </a:lnTo>
                  <a:cubicBezTo>
                    <a:pt x="1423905" y="113706"/>
                    <a:pt x="1416210" y="132282"/>
                    <a:pt x="1402514" y="145978"/>
                  </a:cubicBezTo>
                  <a:cubicBezTo>
                    <a:pt x="1388818" y="159674"/>
                    <a:pt x="1370242" y="167369"/>
                    <a:pt x="1350873" y="167369"/>
                  </a:cubicBezTo>
                  <a:lnTo>
                    <a:pt x="73032" y="167369"/>
                  </a:lnTo>
                  <a:cubicBezTo>
                    <a:pt x="53663" y="167369"/>
                    <a:pt x="35087" y="159674"/>
                    <a:pt x="21390" y="145978"/>
                  </a:cubicBezTo>
                  <a:cubicBezTo>
                    <a:pt x="7694" y="132282"/>
                    <a:pt x="0" y="113706"/>
                    <a:pt x="0" y="94337"/>
                  </a:cubicBezTo>
                  <a:lnTo>
                    <a:pt x="0" y="73032"/>
                  </a:lnTo>
                  <a:cubicBezTo>
                    <a:pt x="0" y="53663"/>
                    <a:pt x="7694" y="35087"/>
                    <a:pt x="21390" y="21390"/>
                  </a:cubicBezTo>
                  <a:cubicBezTo>
                    <a:pt x="35087" y="7694"/>
                    <a:pt x="53663" y="0"/>
                    <a:pt x="73032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1423905" cy="262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B0000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SUBJECT 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7887" y="6753905"/>
            <a:ext cx="5406389" cy="1982267"/>
            <a:chOff x="0" y="0"/>
            <a:chExt cx="1423905" cy="5220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23905" cy="522078"/>
            </a:xfrm>
            <a:custGeom>
              <a:avLst/>
              <a:gdLst/>
              <a:ahLst/>
              <a:cxnLst/>
              <a:rect r="r" b="b" t="t" l="l"/>
              <a:pathLst>
                <a:path h="522078" w="1423905">
                  <a:moveTo>
                    <a:pt x="73032" y="0"/>
                  </a:moveTo>
                  <a:lnTo>
                    <a:pt x="1350873" y="0"/>
                  </a:lnTo>
                  <a:cubicBezTo>
                    <a:pt x="1370242" y="0"/>
                    <a:pt x="1388818" y="7694"/>
                    <a:pt x="1402514" y="21390"/>
                  </a:cubicBezTo>
                  <a:cubicBezTo>
                    <a:pt x="1416210" y="35087"/>
                    <a:pt x="1423905" y="53663"/>
                    <a:pt x="1423905" y="73032"/>
                  </a:cubicBezTo>
                  <a:lnTo>
                    <a:pt x="1423905" y="449047"/>
                  </a:lnTo>
                  <a:cubicBezTo>
                    <a:pt x="1423905" y="468416"/>
                    <a:pt x="1416210" y="486992"/>
                    <a:pt x="1402514" y="500688"/>
                  </a:cubicBezTo>
                  <a:cubicBezTo>
                    <a:pt x="1388818" y="514384"/>
                    <a:pt x="1370242" y="522078"/>
                    <a:pt x="1350873" y="522078"/>
                  </a:cubicBezTo>
                  <a:lnTo>
                    <a:pt x="73032" y="522078"/>
                  </a:lnTo>
                  <a:cubicBezTo>
                    <a:pt x="53663" y="522078"/>
                    <a:pt x="35087" y="514384"/>
                    <a:pt x="21390" y="500688"/>
                  </a:cubicBezTo>
                  <a:cubicBezTo>
                    <a:pt x="7694" y="486992"/>
                    <a:pt x="0" y="468416"/>
                    <a:pt x="0" y="449047"/>
                  </a:cubicBezTo>
                  <a:lnTo>
                    <a:pt x="0" y="73032"/>
                  </a:lnTo>
                  <a:cubicBezTo>
                    <a:pt x="0" y="53663"/>
                    <a:pt x="7694" y="35087"/>
                    <a:pt x="21390" y="21390"/>
                  </a:cubicBezTo>
                  <a:cubicBezTo>
                    <a:pt x="35087" y="7694"/>
                    <a:pt x="53663" y="0"/>
                    <a:pt x="73032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1423905" cy="61732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B0000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MESSAGE :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010632" y="9087723"/>
            <a:ext cx="2100899" cy="635479"/>
            <a:chOff x="0" y="0"/>
            <a:chExt cx="553323" cy="1673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3323" cy="167369"/>
            </a:xfrm>
            <a:custGeom>
              <a:avLst/>
              <a:gdLst/>
              <a:ahLst/>
              <a:cxnLst/>
              <a:rect r="r" b="b" t="t" l="l"/>
              <a:pathLst>
                <a:path h="167369" w="553323">
                  <a:moveTo>
                    <a:pt x="83684" y="0"/>
                  </a:moveTo>
                  <a:lnTo>
                    <a:pt x="469639" y="0"/>
                  </a:lnTo>
                  <a:cubicBezTo>
                    <a:pt x="515856" y="0"/>
                    <a:pt x="553323" y="37467"/>
                    <a:pt x="553323" y="83684"/>
                  </a:cubicBezTo>
                  <a:lnTo>
                    <a:pt x="553323" y="83684"/>
                  </a:lnTo>
                  <a:cubicBezTo>
                    <a:pt x="553323" y="129902"/>
                    <a:pt x="515856" y="167369"/>
                    <a:pt x="469639" y="167369"/>
                  </a:cubicBezTo>
                  <a:lnTo>
                    <a:pt x="83684" y="167369"/>
                  </a:lnTo>
                  <a:cubicBezTo>
                    <a:pt x="37467" y="167369"/>
                    <a:pt x="0" y="129902"/>
                    <a:pt x="0" y="83684"/>
                  </a:cubicBezTo>
                  <a:lnTo>
                    <a:pt x="0" y="83684"/>
                  </a:lnTo>
                  <a:cubicBezTo>
                    <a:pt x="0" y="37467"/>
                    <a:pt x="37467" y="0"/>
                    <a:pt x="83684" y="0"/>
                  </a:cubicBezTo>
                  <a:close/>
                </a:path>
              </a:pathLst>
            </a:custGeom>
            <a:solidFill>
              <a:srgbClr val="0B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553323" cy="262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SUBMIT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57887" y="2802290"/>
            <a:ext cx="5406389" cy="635479"/>
            <a:chOff x="0" y="0"/>
            <a:chExt cx="1423905" cy="1673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23905" cy="167369"/>
            </a:xfrm>
            <a:custGeom>
              <a:avLst/>
              <a:gdLst/>
              <a:ahLst/>
              <a:cxnLst/>
              <a:rect r="r" b="b" t="t" l="l"/>
              <a:pathLst>
                <a:path h="167369" w="1423905">
                  <a:moveTo>
                    <a:pt x="73032" y="0"/>
                  </a:moveTo>
                  <a:lnTo>
                    <a:pt x="1350873" y="0"/>
                  </a:lnTo>
                  <a:cubicBezTo>
                    <a:pt x="1370242" y="0"/>
                    <a:pt x="1388818" y="7694"/>
                    <a:pt x="1402514" y="21390"/>
                  </a:cubicBezTo>
                  <a:cubicBezTo>
                    <a:pt x="1416210" y="35087"/>
                    <a:pt x="1423905" y="53663"/>
                    <a:pt x="1423905" y="73032"/>
                  </a:cubicBezTo>
                  <a:lnTo>
                    <a:pt x="1423905" y="94337"/>
                  </a:lnTo>
                  <a:cubicBezTo>
                    <a:pt x="1423905" y="113706"/>
                    <a:pt x="1416210" y="132282"/>
                    <a:pt x="1402514" y="145978"/>
                  </a:cubicBezTo>
                  <a:cubicBezTo>
                    <a:pt x="1388818" y="159674"/>
                    <a:pt x="1370242" y="167369"/>
                    <a:pt x="1350873" y="167369"/>
                  </a:cubicBezTo>
                  <a:lnTo>
                    <a:pt x="73032" y="167369"/>
                  </a:lnTo>
                  <a:cubicBezTo>
                    <a:pt x="53663" y="167369"/>
                    <a:pt x="35087" y="159674"/>
                    <a:pt x="21390" y="145978"/>
                  </a:cubicBezTo>
                  <a:cubicBezTo>
                    <a:pt x="7694" y="132282"/>
                    <a:pt x="0" y="113706"/>
                    <a:pt x="0" y="94337"/>
                  </a:cubicBezTo>
                  <a:lnTo>
                    <a:pt x="0" y="73032"/>
                  </a:lnTo>
                  <a:cubicBezTo>
                    <a:pt x="0" y="53663"/>
                    <a:pt x="7694" y="35087"/>
                    <a:pt x="21390" y="21390"/>
                  </a:cubicBezTo>
                  <a:cubicBezTo>
                    <a:pt x="35087" y="7694"/>
                    <a:pt x="53663" y="0"/>
                    <a:pt x="73032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1423905" cy="262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B0000">
                      <a:alpha val="80000"/>
                    </a:srgbClr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YOUR NAME :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81290" y="1709456"/>
            <a:ext cx="6064763" cy="8204242"/>
            <a:chOff x="0" y="0"/>
            <a:chExt cx="1597304" cy="21607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97304" cy="2160788"/>
            </a:xfrm>
            <a:custGeom>
              <a:avLst/>
              <a:gdLst/>
              <a:ahLst/>
              <a:cxnLst/>
              <a:rect r="r" b="b" t="t" l="l"/>
              <a:pathLst>
                <a:path h="2160788" w="1597304">
                  <a:moveTo>
                    <a:pt x="65104" y="0"/>
                  </a:moveTo>
                  <a:lnTo>
                    <a:pt x="1532200" y="0"/>
                  </a:lnTo>
                  <a:cubicBezTo>
                    <a:pt x="1549467" y="0"/>
                    <a:pt x="1566026" y="6859"/>
                    <a:pt x="1578235" y="19068"/>
                  </a:cubicBezTo>
                  <a:cubicBezTo>
                    <a:pt x="1590445" y="31278"/>
                    <a:pt x="1597304" y="47837"/>
                    <a:pt x="1597304" y="65104"/>
                  </a:cubicBezTo>
                  <a:lnTo>
                    <a:pt x="1597304" y="2095684"/>
                  </a:lnTo>
                  <a:cubicBezTo>
                    <a:pt x="1597304" y="2112951"/>
                    <a:pt x="1590445" y="2129510"/>
                    <a:pt x="1578235" y="2141720"/>
                  </a:cubicBezTo>
                  <a:cubicBezTo>
                    <a:pt x="1566026" y="2153929"/>
                    <a:pt x="1549467" y="2160788"/>
                    <a:pt x="1532200" y="2160788"/>
                  </a:cubicBezTo>
                  <a:lnTo>
                    <a:pt x="65104" y="2160788"/>
                  </a:lnTo>
                  <a:cubicBezTo>
                    <a:pt x="47837" y="2160788"/>
                    <a:pt x="31278" y="2153929"/>
                    <a:pt x="19068" y="2141720"/>
                  </a:cubicBezTo>
                  <a:cubicBezTo>
                    <a:pt x="6859" y="2129510"/>
                    <a:pt x="0" y="2112951"/>
                    <a:pt x="0" y="2095684"/>
                  </a:cubicBezTo>
                  <a:lnTo>
                    <a:pt x="0" y="65104"/>
                  </a:lnTo>
                  <a:cubicBezTo>
                    <a:pt x="0" y="47837"/>
                    <a:pt x="6859" y="31278"/>
                    <a:pt x="19068" y="19068"/>
                  </a:cubicBezTo>
                  <a:cubicBezTo>
                    <a:pt x="31278" y="6859"/>
                    <a:pt x="47837" y="0"/>
                    <a:pt x="65104" y="0"/>
                  </a:cubicBezTo>
                  <a:close/>
                </a:path>
              </a:pathLst>
            </a:custGeom>
            <a:solidFill>
              <a:srgbClr val="181B1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1597304" cy="225603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1919472" y="8236276"/>
            <a:ext cx="6026580" cy="1169187"/>
          </a:xfrm>
          <a:custGeom>
            <a:avLst/>
            <a:gdLst/>
            <a:ahLst/>
            <a:cxnLst/>
            <a:rect r="r" b="b" t="t" l="l"/>
            <a:pathLst>
              <a:path h="1169187" w="6026580">
                <a:moveTo>
                  <a:pt x="0" y="0"/>
                </a:moveTo>
                <a:lnTo>
                  <a:pt x="6026581" y="0"/>
                </a:lnTo>
                <a:lnTo>
                  <a:pt x="6026581" y="1169187"/>
                </a:lnTo>
                <a:lnTo>
                  <a:pt x="0" y="1169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14" r="0" b="-1214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229568" y="6401480"/>
            <a:ext cx="5406389" cy="1491028"/>
            <a:chOff x="0" y="0"/>
            <a:chExt cx="1423905" cy="3926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23905" cy="392699"/>
            </a:xfrm>
            <a:custGeom>
              <a:avLst/>
              <a:gdLst/>
              <a:ahLst/>
              <a:cxnLst/>
              <a:rect r="r" b="b" t="t" l="l"/>
              <a:pathLst>
                <a:path h="392699" w="1423905">
                  <a:moveTo>
                    <a:pt x="73032" y="0"/>
                  </a:moveTo>
                  <a:lnTo>
                    <a:pt x="1350873" y="0"/>
                  </a:lnTo>
                  <a:cubicBezTo>
                    <a:pt x="1370242" y="0"/>
                    <a:pt x="1388818" y="7694"/>
                    <a:pt x="1402514" y="21390"/>
                  </a:cubicBezTo>
                  <a:cubicBezTo>
                    <a:pt x="1416210" y="35087"/>
                    <a:pt x="1423905" y="53663"/>
                    <a:pt x="1423905" y="73032"/>
                  </a:cubicBezTo>
                  <a:lnTo>
                    <a:pt x="1423905" y="319667"/>
                  </a:lnTo>
                  <a:cubicBezTo>
                    <a:pt x="1423905" y="339036"/>
                    <a:pt x="1416210" y="357612"/>
                    <a:pt x="1402514" y="371308"/>
                  </a:cubicBezTo>
                  <a:cubicBezTo>
                    <a:pt x="1388818" y="385004"/>
                    <a:pt x="1370242" y="392699"/>
                    <a:pt x="1350873" y="392699"/>
                  </a:cubicBezTo>
                  <a:lnTo>
                    <a:pt x="73032" y="392699"/>
                  </a:lnTo>
                  <a:cubicBezTo>
                    <a:pt x="53663" y="392699"/>
                    <a:pt x="35087" y="385004"/>
                    <a:pt x="21390" y="371308"/>
                  </a:cubicBezTo>
                  <a:cubicBezTo>
                    <a:pt x="7694" y="357612"/>
                    <a:pt x="0" y="339036"/>
                    <a:pt x="0" y="319667"/>
                  </a:cubicBezTo>
                  <a:lnTo>
                    <a:pt x="0" y="73032"/>
                  </a:lnTo>
                  <a:cubicBezTo>
                    <a:pt x="0" y="53663"/>
                    <a:pt x="7694" y="35087"/>
                    <a:pt x="21390" y="21390"/>
                  </a:cubicBezTo>
                  <a:cubicBezTo>
                    <a:pt x="35087" y="7694"/>
                    <a:pt x="53663" y="0"/>
                    <a:pt x="73032" y="0"/>
                  </a:cubicBezTo>
                  <a:close/>
                </a:path>
              </a:pathLst>
            </a:custGeom>
            <a:solidFill>
              <a:srgbClr val="181B15">
                <a:alpha val="8000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1423905" cy="48794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FFFFFF">
                      <a:alpha val="80000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Jl. Ciwulan No.23, Cihapit, Kec. Bandung Wetan, Kota Bandung, Jawa Barat 40114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4550389" y="1695559"/>
            <a:ext cx="1219008" cy="1106731"/>
          </a:xfrm>
          <a:custGeom>
            <a:avLst/>
            <a:gdLst/>
            <a:ahLst/>
            <a:cxnLst/>
            <a:rect r="r" b="b" t="t" l="l"/>
            <a:pathLst>
              <a:path h="1106731" w="1219008">
                <a:moveTo>
                  <a:pt x="0" y="0"/>
                </a:moveTo>
                <a:lnTo>
                  <a:pt x="1219008" y="0"/>
                </a:lnTo>
                <a:lnTo>
                  <a:pt x="1219008" y="1106731"/>
                </a:lnTo>
                <a:lnTo>
                  <a:pt x="0" y="1106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620596" y="3908821"/>
            <a:ext cx="4586151" cy="2149758"/>
          </a:xfrm>
          <a:custGeom>
            <a:avLst/>
            <a:gdLst/>
            <a:ahLst/>
            <a:cxnLst/>
            <a:rect r="r" b="b" t="t" l="l"/>
            <a:pathLst>
              <a:path h="2149758" w="4586151">
                <a:moveTo>
                  <a:pt x="0" y="0"/>
                </a:moveTo>
                <a:lnTo>
                  <a:pt x="4586151" y="0"/>
                </a:lnTo>
                <a:lnTo>
                  <a:pt x="4586151" y="2149759"/>
                </a:lnTo>
                <a:lnTo>
                  <a:pt x="0" y="2149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4550389" y="215900"/>
            <a:ext cx="1597660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080681" y="215900"/>
            <a:ext cx="1174433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82094" y="215900"/>
            <a:ext cx="1032193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67563" y="1843440"/>
            <a:ext cx="2382825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Telkom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98190" y="2602265"/>
            <a:ext cx="3414971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DAGlOUkODIg</dc:identifier>
  <dcterms:modified xsi:type="dcterms:W3CDTF">2011-08-01T06:04:30Z</dcterms:modified>
  <cp:revision>1</cp:revision>
  <dc:title>Your paragraph text</dc:title>
</cp:coreProperties>
</file>