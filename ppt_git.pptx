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_rels/presentation.xml.rels" ContentType="application/vnd.openxmlformats-package.relationships+xml"/>
  <Override PartName="/ppt/media/image1.png" ContentType="image/png"/>
  <Override PartName="/ppt/media/image2.svg" ContentType="image/svg"/>
  <Override PartName="/ppt/media/image3.png" ContentType="image/png"/>
  <Override PartName="/ppt/media/image4.svg" ContentType="image/svg"/>
  <Override PartName="/ppt/media/image5.jpeg" ContentType="image/jpeg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sv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Blueprint Pla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0" y="0"/>
            <a:ext cx="10080000" cy="5670000"/>
          </a:xfrm>
          <a:prstGeom prst="rect">
            <a:avLst/>
          </a:prstGeom>
          <a:noFill/>
          <a:ln w="18000">
            <a:noFill/>
          </a:ln>
        </p:spPr>
      </p:pic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504000" y="810000"/>
            <a:ext cx="9072000" cy="129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504000" y="2376000"/>
            <a:ext cx="9072000" cy="27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4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Second Outline Level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5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Fourth Outline Level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5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Fifth Outline Level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5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Sixth Outline Level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5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Seventh Outline Level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504000" y="516492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&lt;date/time&gt;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447360" y="516492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7227360" y="516492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</a:pPr>
            <a:fld id="{72E9116B-E5D3-4BAC-81C7-D5CD834F4463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Blueprint Pla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0" y="0"/>
            <a:ext cx="10080000" cy="5670000"/>
          </a:xfrm>
          <a:prstGeom prst="rect">
            <a:avLst/>
          </a:prstGeom>
          <a:noFill/>
          <a:ln w="18000">
            <a:noFill/>
          </a:ln>
        </p:spPr>
      </p:pic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810000"/>
            <a:ext cx="9072000" cy="129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504000" y="2376000"/>
            <a:ext cx="9072000" cy="27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4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Second Outline Level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5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Fourth Outline Level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5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Fifth Outline Level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5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Sixth Outline Level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5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Seventh Outline Level</a:t>
            </a:r>
            <a:endParaRPr b="0" lang="en-US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504000" y="516492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&lt;date/time&gt;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3447360" y="516492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7227360" y="516492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</a:pPr>
            <a:fld id="{D329A3B5-863F-4CD7-B677-8236CB1F16B8}" type="slidenum"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0" y="0"/>
            <a:ext cx="10080000" cy="5670000"/>
          </a:xfrm>
          <a:prstGeom prst="rect">
            <a:avLst/>
          </a:prstGeom>
          <a:noFill/>
          <a:ln w="18000">
            <a:noFill/>
          </a:ln>
        </p:spPr>
      </p:pic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2000" cy="94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3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0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85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638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425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1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1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1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dt" idx="7"/>
          </p:nvPr>
        </p:nvSpPr>
        <p:spPr>
          <a:xfrm>
            <a:off x="504000" y="5165280"/>
            <a:ext cx="2348280" cy="39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ftr" idx="8"/>
          </p:nvPr>
        </p:nvSpPr>
        <p:spPr>
          <a:xfrm>
            <a:off x="3447360" y="5165280"/>
            <a:ext cx="3195000" cy="39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sldNum" idx="9"/>
          </p:nvPr>
        </p:nvSpPr>
        <p:spPr>
          <a:xfrm>
            <a:off x="7227360" y="5165280"/>
            <a:ext cx="2348280" cy="39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</a:pPr>
            <a:fld id="{60B001EE-48E1-4CD5-8006-3BD66740F0D0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757800" y="1371600"/>
            <a:ext cx="9072000" cy="129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DEPLOYMENT </a:t>
            </a:r>
            <a:endParaRPr b="0" lang="en-US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subTitle"/>
          </p:nvPr>
        </p:nvSpPr>
        <p:spPr>
          <a:xfrm>
            <a:off x="685800" y="2106000"/>
            <a:ext cx="9072000" cy="27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marL="216000" indent="-216000" algn="ctr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DEPLOY APLIKASI WEB MENGGUNAKAN  GIT</a:t>
            </a:r>
            <a:endParaRPr b="0" lang="en-US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504000" y="350640"/>
            <a:ext cx="9072000" cy="975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en-US" sz="3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GIT</a:t>
            </a:r>
            <a:br>
              <a:rPr sz="3300"/>
            </a:br>
            <a:r>
              <a:rPr b="0" lang="en-US" sz="3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(</a:t>
            </a: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Group  Inclusive Tour</a:t>
            </a:r>
            <a:r>
              <a:rPr b="0" lang="en-US" sz="3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)</a:t>
            </a:r>
            <a:endParaRPr b="0" lang="en-US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"/>
          <p:cNvSpPr txBox="1"/>
          <p:nvPr/>
        </p:nvSpPr>
        <p:spPr>
          <a:xfrm>
            <a:off x="529200" y="1525680"/>
            <a:ext cx="9300600" cy="760320"/>
          </a:xfrm>
          <a:prstGeom prst="rect">
            <a:avLst/>
          </a:prstGeom>
          <a:noFill/>
          <a:ln w="18000">
            <a:noFill/>
          </a:ln>
        </p:spPr>
        <p:txBody>
          <a:bodyPr lIns="90000" rIns="90000" tIns="45000" bIns="45000" anchor="t">
            <a:noAutofit/>
          </a:bodyPr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FreeSerif"/>
              </a:rPr>
              <a:t>Git adalah suatu alat yang digunakan untuk menyimpan project sebelum di kirimkan ke server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"/>
          <p:cNvSpPr txBox="1"/>
          <p:nvPr/>
        </p:nvSpPr>
        <p:spPr>
          <a:xfrm>
            <a:off x="457200" y="2057400"/>
            <a:ext cx="9300600" cy="760320"/>
          </a:xfrm>
          <a:prstGeom prst="rect">
            <a:avLst/>
          </a:prstGeom>
          <a:noFill/>
          <a:ln w="18000">
            <a:noFill/>
          </a:ln>
        </p:spPr>
        <p:txBody>
          <a:bodyPr lIns="90000" rIns="90000" tIns="45000" bIns="45000" anchor="t">
            <a:noAutofit/>
          </a:bodyPr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FreeSerif"/>
              </a:rPr>
              <a:t>Git berfungsi sebagai :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432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FreeSerif"/>
              </a:rPr>
              <a:t>sebagai media penyimpanan [CLOUD]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432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FreeSerif"/>
              </a:rPr>
              <a:t>untuk kolaborasi [digunakan oleh &gt; 1 programmer]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432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FreeSerif"/>
              </a:rPr>
              <a:t>agar terorganisir [menyambungkan sema jenis file berbeda]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432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FreeSerif"/>
              </a:rPr>
              <a:t>menjadi Backup [version control]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"/>
          <p:cNvSpPr txBox="1"/>
          <p:nvPr/>
        </p:nvSpPr>
        <p:spPr>
          <a:xfrm>
            <a:off x="457200" y="3811680"/>
            <a:ext cx="9300600" cy="760320"/>
          </a:xfrm>
          <a:prstGeom prst="rect">
            <a:avLst/>
          </a:prstGeom>
          <a:noFill/>
          <a:ln w="18000">
            <a:noFill/>
          </a:ln>
        </p:spPr>
        <p:txBody>
          <a:bodyPr lIns="90000" rIns="90000" tIns="45000" bIns="45000" anchor="t">
            <a:noAutofit/>
          </a:bodyPr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FreeSerif"/>
              </a:rPr>
              <a:t>Alasan Menggunakan Git :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432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FreeSerif"/>
              </a:rPr>
              <a:t>Saya menggunakan git untuk membantu saya menyimpan project dengan aman dan membantu saya agar bisa berkolaborasi dengan tim saya dengan lebih mudah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2000" cy="94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en-US" sz="3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BASIC GIT COMMAND</a:t>
            </a:r>
            <a:endParaRPr b="0" lang="en-US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/>
          </p:nvPr>
        </p:nvSpPr>
        <p:spPr>
          <a:xfrm>
            <a:off x="914400" y="1098000"/>
            <a:ext cx="9097200" cy="438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0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FreeSerif"/>
              </a:rPr>
              <a:t>$git init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FreeSerif"/>
              </a:rPr>
              <a:t> (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FreeSerif"/>
              </a:rPr>
              <a:t>Untuk Membuat Repository baru)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0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FreeSerif"/>
              </a:rPr>
              <a:t>$git clone (Untuk Membuat salinan Repository lain)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0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FreeSerif"/>
              </a:rPr>
              <a:t>Git Branch :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85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FreeSerif"/>
              </a:rPr>
              <a:t>$git branch (Untuk melihat daftar branch)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85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FreeSerif"/>
              </a:rPr>
              <a:t>$git branch [nama_branch] (Untuk membuat branch baru)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85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FreeSerif"/>
              </a:rPr>
              <a:t>$git branch -d [nama_branch] (Untuk menghapus branch)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0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FreeSerif"/>
              </a:rPr>
              <a:t>Git Fetch :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85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FreeSerif"/>
              </a:rPr>
              <a:t>$git fetch [Remote] (mengambil semua branch dari repository)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85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FreeSerif"/>
              </a:rPr>
              <a:t>$git fetch [Remote] [Branch] (mengambil branch tertentu)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85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FreeSerif"/>
              </a:rPr>
              <a:t>$git fetch –all (mengambil semua remote dan branch nya)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2000" cy="94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en-US" sz="3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BASIC GIT COMMAND</a:t>
            </a:r>
            <a:endParaRPr b="0" lang="en-US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914400" y="1555200"/>
            <a:ext cx="9097200" cy="438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0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FreeSerif"/>
              </a:rPr>
              <a:t>Git Checkout :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85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FreeSerif"/>
              </a:rPr>
              <a:t>$git checkout [nama_branch] (melakukan switch branch aktif)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85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FreeSerif"/>
              </a:rPr>
              <a:t>$git checkout -b [nama_branch] (membuat branch baru dan switch langsung)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85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FreeSerif"/>
              </a:rPr>
              <a:t>$git checkout [log] [nama_file] (melihat versi lama file)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0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FreeSerif"/>
              </a:rPr>
              <a:t>Git Add :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85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FreeSerif"/>
              </a:rPr>
              <a:t>$git add [file] (menambahkan file)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85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FreeSerif"/>
              </a:rPr>
              <a:t>$git add * .py (menagmbil semua file .py)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85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FreeSerif"/>
              </a:rPr>
              <a:t>$git add [directory] (menambahkan directory)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85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FreeSerif"/>
              </a:rPr>
              <a:t>$git add . (tambah folder saat ini)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spcBef>
                <a:spcPts val="1060"/>
              </a:spcBef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2000" cy="94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en-US" sz="3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BASIC GIT COMMAND</a:t>
            </a:r>
            <a:endParaRPr b="0" lang="en-US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914400" y="1555200"/>
            <a:ext cx="9097200" cy="438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0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FreeSerif"/>
              </a:rPr>
              <a:t>$git commit -m “message” (melakukan commit)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0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FreeSerif"/>
              </a:rPr>
              <a:t>$git status (lihat status file)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0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FreeSerif"/>
              </a:rPr>
              <a:t>$git remote add [nama] [curl] (upload file local ke remote)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0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FreeSerif"/>
              </a:rPr>
              <a:t>$git push [remote] [branch] (Push ke remote)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0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FreeSerif"/>
              </a:rPr>
              <a:t>$git pull [remote] (ambil dan unduh repo yang udah push)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spcBef>
                <a:spcPts val="10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FreeSerif"/>
              </a:rPr>
              <a:t>Git merge [branch] (menyambungkan branch ke master)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2000" cy="94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en-US" sz="3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GIT FLOWCHART</a:t>
            </a:r>
            <a:endParaRPr b="0" lang="en-US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1" name="" descr=""/>
          <p:cNvPicPr/>
          <p:nvPr/>
        </p:nvPicPr>
        <p:blipFill>
          <a:blip r:embed="rId1"/>
          <a:stretch/>
        </p:blipFill>
        <p:spPr>
          <a:xfrm>
            <a:off x="1828800" y="1098000"/>
            <a:ext cx="6786360" cy="4388400"/>
          </a:xfrm>
          <a:prstGeom prst="rect">
            <a:avLst/>
          </a:prstGeom>
          <a:noFill/>
          <a:ln w="1800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LibreOffice/25.2.2.2$Linux_X86_64 LibreOffice_project/520$Build-2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2025-04-25T06:14:04Z</dcterms:created>
  <dc:creator/>
  <dc:description>This work is licensed under a Creative Commons Attribution-ShareAlike 3.0 Unported License.
It makes use of the works of Mateus Machado Luna.
SVG pictures were made by Rizmut.</dc:description>
  <dc:language>en-US</dc:language>
  <cp:lastModifiedBy/>
  <dcterms:modified xsi:type="dcterms:W3CDTF">2025-04-25T06:48:01Z</dcterms:modified>
  <cp:revision>2</cp:revision>
  <dc:subject/>
  <dc:title>Blueprint Plans</dc:title>
</cp:coreProperties>
</file>